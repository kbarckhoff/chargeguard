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26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057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ChargeGuard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Chargemaster (CDM) Review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rigor of an expert chargemaster review, run in one scan, reproducibly, for any hospital.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Aman, Neuriphy</a:t>
            </a:r>
            <a:pPr indent="0" marL="0">
              <a:buNone/>
            </a:pPr>
            <a:r>
              <a:rPr lang="en-US" sz="1300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Confidential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hospital's price list quietly goes out of date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548640" cy="54864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8366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chargemaster runs the revenue cycle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line items map each service to a billing code and price. Every claim a hospital sends is built from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766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27832"/>
            <a:ext cx="548640" cy="54864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1810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drifts out of compliance constantly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changes codes and payment rules every quarter. Codes retire, packaging shifts, prices fall behind the market.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67665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462272"/>
            <a:ext cx="548640" cy="54864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5254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cost real money and create risk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CDM means denied claims, underpayment, and audit exposure that a hospital often can't see on its own.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89520" y="1737360"/>
            <a:ext cx="4023360" cy="3611880"/>
          </a:xfrm>
          <a:prstGeom prst="roundRect">
            <a:avLst>
              <a:gd name="adj" fmla="val 2278"/>
            </a:avLst>
          </a:prstGeom>
          <a:solidFill>
            <a:srgbClr val="0F2A47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89520" y="2286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1–3%</a:t>
            </a:r>
            <a:endParaRPr lang="en-US" sz="66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3429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hospital's gross revenue is lost to charge-capture and chargemaster problems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estimate, millions of dollars a year at a mid-size hospital.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demand across every hospital in the country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6,093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hospitals, each running a chargemaster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0248" y="17830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61688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5,121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hospitals, the core mid-market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1856" y="17830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83296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quarter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updates codes and payment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6F7F9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supposed to happen on a cycle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720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internal review, at least annually (quarterly is best practice)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outside review, recommended every 3 to 5 years</a:t>
            </a:r>
            <a:endParaRPr lang="en-US" sz="13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reviewed at least yearly against costs, reimbursement, and peer transparency data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DONE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and manual, or heavy and expensive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consultant review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45059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DEE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five-figure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specialist works line by line in Excel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point-in-time snapshot that's stale by next quarter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 scarce, expensive expert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easily repeatable across clients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65392" y="245059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65392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Six-figure / year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30632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Craneware, Optum, FinThrive and similar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implementations, EHR integration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priced for large health systems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reach for mid-market and consultants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mid-size hospitals and the consultants who serve them have no fast, affordable, repeatable option.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CHARGEGUARD SOLVES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automated version of an expert CDM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F26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rigor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proven, documented review methodology built into software, grounded in CMS rules.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274320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3017520"/>
            <a:ext cx="502920" cy="502920"/>
          </a:xfrm>
          <a:prstGeom prst="ellipse">
            <a:avLst/>
          </a:prstGeom>
          <a:solidFill>
            <a:srgbClr val="F26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scan, minutes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manual work compressed into a single, repeatable run.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91856" y="274320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3017520"/>
            <a:ext cx="502920" cy="502920"/>
          </a:xfrm>
          <a:prstGeom prst="ellipse">
            <a:avLst/>
          </a:prstGeom>
          <a:solidFill>
            <a:srgbClr val="F26A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repeatable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the mid-market and for consultants running many clients.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cheaper enterprise platform. The consultant's exact process, productized.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scan checks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0824"/>
            <a:ext cx="566928" cy="566928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 status logic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Bundled, packaged, and pass-through codes billed correctly under Medicare outpatient rules.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020824"/>
            <a:ext cx="566928" cy="566928"/>
          </a:xfrm>
          <a:prstGeom prst="ellipse">
            <a:avLst/>
          </a:prstGeom>
          <a:solidFill>
            <a:srgbClr val="F1EB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validity &amp; updates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1945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or deleted codes, missing new codes, add-on and modifier errors.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38144"/>
            <a:ext cx="566928" cy="566928"/>
          </a:xfrm>
          <a:prstGeom prst="ellipse">
            <a:avLst/>
          </a:prstGeom>
          <a:solidFill>
            <a:srgbClr val="E7F7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291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devices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611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 and unit-of-measure mismatches, billing-unit errors, device-to-procedure crosswalks.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310896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438144"/>
            <a:ext cx="566928" cy="566928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291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vs Medicare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611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 and over-pricing against the CMS fee schedules, expressed as markup.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855464"/>
            <a:ext cx="566928" cy="566928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709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price benchmark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029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price vs what competitor hospitals actually charge, from public transparency files.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45352" y="452628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4855464"/>
            <a:ext cx="566928" cy="566928"/>
          </a:xfrm>
          <a:prstGeom prst="ellipse">
            <a:avLst/>
          </a:prstGeom>
          <a:solidFill>
            <a:srgbClr val="F1EBF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73952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4709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transparency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205472" y="5029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837 claims charge-capture checks and the CMS shoppable-services requirements.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traces to a specific CMS rule, so the findings are defensible in an audit.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guided, five-step engagement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51460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profile, quarter, and competitors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28600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52928" y="228600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251460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016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CDM, revenue &amp; usage, formulary, claims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28600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57216" y="228600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34456" y="251460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3445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40096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 every file and surface errors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42048" y="228600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61504" y="228600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38744" y="251460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3874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setup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644384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competitor price files (owner only)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546336" y="2286000"/>
            <a:ext cx="320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65792" y="2286000"/>
            <a:ext cx="2103120" cy="23774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43032" y="2514600"/>
            <a:ext cx="548640" cy="548640"/>
          </a:xfrm>
          <a:prstGeom prst="ellipse">
            <a:avLst/>
          </a:prstGeom>
          <a:solidFill>
            <a:srgbClr val="F26A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4303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857232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948672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peer pricing, and the deliverable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unlocks the next, so nothing is skipped and every engagement runs the same way.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prioritized, defensible, client-ready result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findings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categorized by severity and tied to a dollar impact, so teams fix the biggest items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deliverable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summary, impact analysis, and a tab per category, the report a seasoned consultant hands over.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160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 shows where prices sit vs the market, and markup vs Medicare for defensible repricing.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1737360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0F2A47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8952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514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a real expert's CDM review to the exact number, flag counts and dollar totals to the penny.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approximation of expert judgment. The same result,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run again, every period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548640" cy="54864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any period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957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Q1, then Q2, then Q3. Each scan re-checks the chargemaster and shows what changed.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029968"/>
            <a:ext cx="548640" cy="54864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1993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239572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CMS reference data refreshes automatically, so every scan uses this quarter's rules.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13048"/>
            <a:ext cx="548640" cy="548640"/>
          </a:xfrm>
          <a:prstGeom prst="ellipse">
            <a:avLst/>
          </a:prstGeom>
          <a:solidFill>
            <a:srgbClr val="F1EB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776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engine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788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hospital is its own engagement. Load files, scan, deliver, repeat across clients.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35204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813048"/>
            <a:ext cx="548640" cy="548640"/>
          </a:xfrm>
          <a:prstGeom prst="ellipse">
            <a:avLst/>
          </a:prstGeom>
          <a:solidFill>
            <a:srgbClr val="E7F7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B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3776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51192" y="41788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files add market context that the big platforms charge a premium for.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turns a one-time review into a recurring, quarter-over-quarter relationship.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is the opportunity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212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data is finally usable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2024, every hospital must publish prices in a standardized CMS template, making real peer benchmarking possible.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201168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65392" y="2212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never stops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606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changes codes and rules every quarter, so chargemasters need review on a permanent cycle.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950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underserved market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434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hospitals and RCM consultants have no fast, affordable, repeatable tool today.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5352" y="37490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7324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65392" y="3950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high margin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43434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with self-refreshing data, low cost to run, quick to onboard a new client.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ChargeGuard is built, deployed, and validated on a real hospital today.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2026-08-27T18:23:49Z</dcterms:created>
  <dcterms:modified xsi:type="dcterms:W3CDTF">2026-08-27T18:23:49Z</dcterms:modified>
</cp:coreProperties>
</file>